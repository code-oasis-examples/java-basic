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4f6cd15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4f6cd15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4f6cd159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4f6cd159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4f6cd1593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4f6cd1593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4f6cd1593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4f6cd1593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4f6cd159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4f6cd159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oracle.com/javase/tutoria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0"/>
              <a:t>Java</a:t>
            </a:r>
            <a:endParaRPr sz="12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Muhammad Ali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197200"/>
            <a:ext cx="7038900" cy="3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Official documentation</a:t>
            </a:r>
            <a:r>
              <a:rPr lang="en-GB" sz="2300"/>
              <a:t> </a:t>
            </a:r>
            <a:r>
              <a:rPr lang="en-GB" sz="1400" u="sng">
                <a:solidFill>
                  <a:schemeClr val="hlink"/>
                </a:solidFill>
                <a:hlinkClick r:id="rId3"/>
              </a:rPr>
              <a:t>https://docs.oracle.com/javase/tutorial/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Oracle Java development kit (JDK) Version 11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Eclipse/IntelliJ IDE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Github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Operating Systems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GB" sz="2300"/>
              <a:t>Windows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GB" sz="2300"/>
              <a:t>Linux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GB" sz="2300"/>
              <a:t>Mac OS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Java?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Java is a journal purpose high level object oriented programming language. It is a computer language as well as a platform.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/>
              <a:t>It is being used on multiple devices including cloud,  </a:t>
            </a:r>
            <a:r>
              <a:rPr lang="en-GB" sz="1800"/>
              <a:t>mobile</a:t>
            </a:r>
            <a:r>
              <a:rPr lang="en-GB" sz="1800"/>
              <a:t>,  desktop and </a:t>
            </a:r>
            <a:r>
              <a:rPr lang="en-GB" sz="1800"/>
              <a:t>embedded devices.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/>
              <a:t>It can compile in any operating  system and can run on any other operating  system.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type terminologies 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622975"/>
            <a:ext cx="7038900" cy="3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Source code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500"/>
              <a:t>The human </a:t>
            </a:r>
            <a:r>
              <a:rPr lang="en-GB" sz="1500"/>
              <a:t>readable code is called source code it is written by a programmer.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500"/>
              <a:t> </a:t>
            </a:r>
            <a:r>
              <a:rPr lang="en-GB" sz="1900"/>
              <a:t>Byte code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500"/>
              <a:t>Java compiles source code engine rate byte code. It is sort of machine code.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900"/>
              <a:t>Binary code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500"/>
              <a:t> The computer system </a:t>
            </a:r>
            <a:r>
              <a:rPr lang="en-GB" sz="1500"/>
              <a:t>readable code is called binary code.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write Java code?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write Java code in the text file with .java extension. We compile code using JDK engine rate .class file. The tools compile and run the Java installed along with JDK.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/>
              <a:t>The compiler of Java is called Javac and the Java byte code runner is called java.  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1723975"/>
            <a:ext cx="7038900" cy="9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200">
                <a:latin typeface="Georgia"/>
                <a:ea typeface="Georgia"/>
                <a:cs typeface="Georgia"/>
                <a:sym typeface="Georgia"/>
              </a:rPr>
              <a:t>Hello world Application</a:t>
            </a:r>
            <a:endParaRPr b="1" sz="42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